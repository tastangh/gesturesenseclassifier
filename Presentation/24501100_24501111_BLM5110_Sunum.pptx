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102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92F57-9229-4321-8122-725A5BB3B4FA}" type="datetimeFigureOut">
              <a:rPr lang="tr-TR" smtClean="0"/>
              <a:t>6.01.2025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EB1BE-0210-446F-BD4C-61ED5904E7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028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8EB1BE-0210-446F-BD4C-61ED5904E76C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0341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Resim 13">
            <a:extLst>
              <a:ext uri="{FF2B5EF4-FFF2-40B4-BE49-F238E27FC236}">
                <a16:creationId xmlns:a16="http://schemas.microsoft.com/office/drawing/2014/main" id="{05FE0B9A-CA5D-1C24-7C06-E7C1D5BC6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666"/>
            <a:ext cx="18288000" cy="1030401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248CA29-0B55-1BB1-453F-F7E30267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0"/>
            <a:ext cx="18307050" cy="103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8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01FF332-073E-E50A-0299-07FFB7795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1026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73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2C00CFD-C0BA-1338-E6A6-DB40591E9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52942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1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38A13B8-8A13-F106-944C-3D143179C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8362582" cy="1026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43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1E2B474-2A90-3ADC-E7BD-CCF94FFF2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9050"/>
            <a:ext cx="18261355" cy="1026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39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C4EBF85-F548-5EEA-4D72-76D132D93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00"/>
            <a:ext cx="18292397" cy="1032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6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EC25C0D-0450-21D9-12BA-665C49B5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2" y="0"/>
            <a:ext cx="18288202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93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F9EBEE4-9741-4457-FCA4-2CFF2C123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8288000" cy="1027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5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9C11BC4-09D5-71A1-A850-76410561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357696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91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34DC9A2-5443-D3D0-452D-125153E9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" y="12700"/>
            <a:ext cx="18282416" cy="1027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62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F29C863-F9D6-3B87-1208-C050B62E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1034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60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2BCBBDE-9A90-CFE8-6327-7C6D06FFF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" y="0"/>
            <a:ext cx="1842739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</Words>
  <Application>Microsoft Office PowerPoint</Application>
  <PresentationFormat>Özel</PresentationFormat>
  <Paragraphs>1</Paragraphs>
  <Slides>13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Aptos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GestureSense</dc:title>
  <dc:creator>T</dc:creator>
  <cp:lastModifiedBy>MEHMET TAŞTAN</cp:lastModifiedBy>
  <cp:revision>2</cp:revision>
  <dcterms:created xsi:type="dcterms:W3CDTF">2006-08-16T00:00:00Z</dcterms:created>
  <dcterms:modified xsi:type="dcterms:W3CDTF">2025-01-06T16:16:29Z</dcterms:modified>
  <dc:identifier>DAGbcApIbIs</dc:identifier>
</cp:coreProperties>
</file>